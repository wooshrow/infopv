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64" autoAdjust="0"/>
    <p:restoredTop sz="89339" autoAdjust="0"/>
  </p:normalViewPr>
  <p:slideViewPr>
    <p:cSldViewPr snapToGrid="0">
      <p:cViewPr varScale="1">
        <p:scale>
          <a:sx n="102" d="100"/>
          <a:sy n="102" d="100"/>
        </p:scale>
        <p:origin x="177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ℰ⟦Q⟧ (𝒮⟦</a:t>
            </a:r>
            <a:r>
              <a:rPr lang="en-US" i="1" dirty="0">
                <a:solidFill>
                  <a:srgbClr val="000000"/>
                </a:solidFill>
              </a:rPr>
              <a:t>S1 ; S2</a:t>
            </a:r>
            <a:r>
              <a:rPr lang="en-US" dirty="0"/>
              <a:t>⟧s)  =  ℰ⟦Q⟧ (𝒮⟦</a:t>
            </a:r>
            <a:r>
              <a:rPr lang="en-US" i="1" dirty="0">
                <a:solidFill>
                  <a:srgbClr val="000000"/>
                </a:solidFill>
              </a:rPr>
              <a:t>S2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endParaRPr lang="en-US" dirty="0"/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dirty="0"/>
              <a:t> S1 (</a:t>
            </a:r>
            <a:r>
              <a:rPr lang="en-US" dirty="0" err="1"/>
              <a:t>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)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                          </a:t>
            </a:r>
            <a:r>
              <a:rPr lang="en-US" dirty="0" err="1"/>
              <a:t>ℰ⟦wlp</a:t>
            </a:r>
            <a:r>
              <a:rPr lang="en-US" dirty="0"/>
              <a:t> (S1 ;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S2 )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k=1000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More generally a symbolic state consist of a pair (</a:t>
            </a:r>
            <a:r>
              <a:rPr lang="en-US" dirty="0" err="1"/>
              <a:t>s,C</a:t>
            </a:r>
            <a:r>
              <a:rPr lang="en-US" dirty="0"/>
              <a:t>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 err="1"/>
              <a:t>x</a:t>
            </a:r>
            <a:r>
              <a:rPr lang="en-US" baseline="-25000" dirty="0" err="1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</a:t>
            </a:r>
            <a:r>
              <a:rPr lang="en-US" dirty="0" err="1"/>
              <a:t>stmt</a:t>
            </a:r>
            <a:r>
              <a:rPr lang="en-US" dirty="0"/>
              <a:t>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</a:t>
            </a:r>
            <a:r>
              <a:rPr lang="en-US" dirty="0" err="1"/>
              <a:t>s,C</a:t>
            </a:r>
            <a:r>
              <a:rPr lang="en-US" dirty="0"/>
              <a:t>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(s, P ∧ C’) as the new symbolic state. C’ is obtained by replacing every program variable z that occurs in C with s(z) (the symbolic value of z in the state s).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the same state (</a:t>
            </a:r>
            <a:r>
              <a:rPr lang="en-US" dirty="0" err="1"/>
              <a:t>s,C</a:t>
            </a:r>
            <a:r>
              <a:rPr lang="en-US" dirty="0"/>
              <a:t>) as the new symbolic state, if C ∧ s ⟹ Q holds. Else the execution is aborted, reporting an error (the asserted Q is violated).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 y:=e </a:t>
            </a:r>
            <a:r>
              <a:rPr lang="en-US" dirty="0"/>
              <a:t>on (</a:t>
            </a:r>
            <a:r>
              <a:rPr lang="en-US" dirty="0" err="1"/>
              <a:t>s,C</a:t>
            </a:r>
            <a:r>
              <a:rPr lang="en-US" dirty="0"/>
              <a:t>) gives (</a:t>
            </a:r>
            <a:r>
              <a:rPr lang="en-US" b="1" dirty="0"/>
              <a:t>update</a:t>
            </a:r>
            <a:r>
              <a:rPr lang="en-US" dirty="0"/>
              <a:t> y e’ s, C) as the new symbolic state, where e’ is the symbolic value of the expression e on the state s, which can be obtained by replacing every program variable z that occurs in e with s(z) (the symbolic value of z in the state s).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where: </a:t>
            </a:r>
            <a:r>
              <a:rPr lang="en-US" b="1" dirty="0"/>
              <a:t>update</a:t>
            </a:r>
            <a:r>
              <a:rPr lang="en-US" dirty="0"/>
              <a:t> s x = (𝜆</a:t>
            </a:r>
            <a:r>
              <a:rPr lang="en-US" i="1" dirty="0" err="1"/>
              <a:t>varname</a:t>
            </a:r>
            <a:r>
              <a:rPr lang="en-US" dirty="0"/>
              <a:t>.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 err="1"/>
              <a:t>varname</a:t>
            </a:r>
            <a:r>
              <a:rPr lang="en-US" dirty="0"/>
              <a:t>=x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⟦e⟧s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 </a:t>
            </a:r>
            <a:r>
              <a:rPr lang="en-US" i="1" dirty="0" err="1"/>
              <a:t>varname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 err="1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</a:t>
            </a:r>
            <a:r>
              <a:rPr lang="en-US" dirty="0" err="1"/>
              <a:t>cond</a:t>
            </a:r>
            <a:r>
              <a:rPr lang="en-US" dirty="0"/>
              <a:t>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 err="1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ignored/removed.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Approach-3: represent a program as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723878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sz="2400" dirty="0"/>
              <a:t>We can optimize this by statically checking if </a:t>
            </a:r>
            <a:r>
              <a:rPr lang="en-US" sz="2400" dirty="0" err="1"/>
              <a:t>exc</a:t>
            </a:r>
            <a:r>
              <a:rPr lang="en-US" sz="2400" dirty="0"/>
              <a:t> would be true after S</a:t>
            </a:r>
            <a:r>
              <a:rPr lang="en-US" sz="2400" baseline="-25000" dirty="0"/>
              <a:t>1</a:t>
            </a:r>
            <a:r>
              <a:rPr lang="en-US" sz="2400" dirty="0"/>
              <a:t>. If so, there is no need to expand S</a:t>
            </a:r>
            <a:r>
              <a:rPr lang="en-US" sz="2400" baseline="-25000" dirty="0"/>
              <a:t>2</a:t>
            </a:r>
            <a:r>
              <a:rPr lang="en-US" sz="2400" dirty="0"/>
              <a:t>.  Examples: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does not  contain any raise stmt.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is enclosed by an exception handler, that does not contain raise.</a:t>
            </a:r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pPr lvl="1"/>
            <a:endParaRPr lang="en-US" dirty="0"/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pPr lvl="1"/>
            <a:endParaRPr lang="en-US" dirty="0"/>
          </a:p>
          <a:p>
            <a:r>
              <a:rPr lang="en-US" dirty="0"/>
              <a:t>To consider: using a control flow graph.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wlp</a:t>
            </a:r>
            <a:r>
              <a:rPr lang="en-US" dirty="0"/>
              <a:t> is then no longer syntax driven.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21671</TotalTime>
  <Words>8814</Words>
  <Application>Microsoft Macintosh PowerPoint</Application>
  <PresentationFormat>On-screen Show (4:3)</PresentationFormat>
  <Paragraphs>870</Paragraphs>
  <Slides>72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Rockwell Extra Bold</vt:lpstr>
      <vt:lpstr>Symbol</vt:lpstr>
      <vt:lpstr>Times New Roman</vt:lpstr>
      <vt:lpstr>Wingdings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651</cp:revision>
  <cp:lastPrinted>2016-02-16T15:13:41Z</cp:lastPrinted>
  <dcterms:created xsi:type="dcterms:W3CDTF">2002-05-10T11:36:29Z</dcterms:created>
  <dcterms:modified xsi:type="dcterms:W3CDTF">2025-09-24T09:22:45Z</dcterms:modified>
</cp:coreProperties>
</file>